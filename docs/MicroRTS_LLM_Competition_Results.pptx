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MicroRTS LLM Game AI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CFD8E3"/>
                </a:solidFill>
                <a:latin typeface="Calibri"/>
              </a:rPr>
              <a:t>Final Results &amp;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E36B18"/>
                </a:solidFill>
                <a:latin typeface="Calibri"/>
              </a:rPr>
              <a:t>2026 IEEE World Congress on Computational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Organizers: Chang Liu et al.   ·   13 teams   ·   15 agents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github.com/drchangliu/MicroRTS  ·  drchangliu.github.io/MicroRTS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Background &amp;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MicroRTS — a decade-old benchmark for real-time strategy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About MicroRTS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Lightweight Java RTS designed for AI research — workers, light / heavy / ranged units, bases, barracks, resources.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Created by Santiago Ontañón (Drexel) and presented at AIIDE 2013 (Combinatorial Multi-Armed Bandit work).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Fully observable or partially observable; deterministic engine; fast simulation (thousands of games per minute) — ideal for tree search, RL, and benchmark studies.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Maintained jointly with Levi Lelis and Rubens O. Moraes, who have driven the competition for years.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Open source: github.com/santiontanon/microrts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00584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Same engine, ten years on</a:t>
            </a:r>
          </a:p>
        </p:txBody>
      </p:sp>
      <p:pic>
        <p:nvPicPr>
          <p:cNvPr id="9" name="Picture 8" descr="32x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12064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0" y="50292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32×32 mid-play: LightRush vs HeavyRush at tick 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Competition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09160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727448"/>
            <a:ext cx="7772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27448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727448"/>
            <a:ext cx="38404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First MicroRTS AI Competition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65192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83480"/>
            <a:ext cx="7772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83480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983480"/>
            <a:ext cx="38404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Tree-search + scripted hybrids dominate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21224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39512"/>
            <a:ext cx="7772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239512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239512"/>
            <a:ext cx="38404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Renamed conference; CoacAI emerges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77256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495544"/>
            <a:ext cx="7772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2020-21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495544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495544"/>
            <a:ext cx="38404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POLightRush, Mayari, Tiamat refine the ladder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733288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751576"/>
            <a:ext cx="7772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2022-23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751576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5751576"/>
            <a:ext cx="38404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RL-track and PO-track expand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822960" cy="23774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007608"/>
            <a:ext cx="7772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6007608"/>
            <a:ext cx="10972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IEEE-WCCI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6007608"/>
            <a:ext cx="384048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First LLM-only edition (this competition)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an LLM Edition?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Motivation for the 2026 WCCI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02A54"/>
                </a:solidFill>
                <a:latin typeface="Calibri"/>
              </a:rPr>
              <a:t>Use LLMs as the core of intelligence to solve RTS-game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F293A"/>
                </a:solidFill>
                <a:latin typeface="Calibri"/>
              </a:rPr>
              <a:t>LLM-based RTS agents are not the top solution today — but the area has high growth potential, and is likely a research direction that compounds quickly over the next few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36B18"/>
                </a:solidFill>
                <a:latin typeface="Calibri"/>
              </a:rPr>
              <a:t>A two-pronged research program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557784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557784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Prong 1 · How best to use an LLM to solve RTS?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E36B18"/>
                </a:solidFill>
                <a:latin typeface="Calibri"/>
              </a:rPr>
              <a:t>Architecture / scaffolding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Where does the LLM sit in the loop — every tick, every N ticks, or only at strategy switches?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How do you compose an LLM with classical search (MCTS) or scripted policies?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What prompt format and game-state encoding makes the LLM reliable?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How do you handle latency, validity constraints, and JSON parsing failures?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063240"/>
            <a:ext cx="557784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57784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154680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Prong 2 · Which LLM is best at RTS?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794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E36B18"/>
                </a:solidFill>
                <a:latin typeface="Calibri"/>
              </a:rPr>
              <a:t>Benchmark / model-comparison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1605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A standardized RTS benchmark across open and closed models.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Measures planning, instruction-following, and structured-output reliability.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Holds scaffolding constant; isolates the model as the independent variable.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Tracks year-over-year LLM progress on a real-time, partially observable task.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Competition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What we asked the teams to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Build an LLM-powered MicroRTS agent — no training, no fine-tuning, prompt-only.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6858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MicroRTS: open Java RTS benchmark (Ontañón et al.) — workers, light/heavy/ranged units, bases, barracks.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Agents read the game state, prompt an LLM, parse JSON moves, submit them per tick.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Success requires prompt engineering and strategy design, not weight updates.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Submitted via GitHub PR; central server runs each agent against a six-anchor ladder.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Tests LLM reasoning, planning, and instruction-following under real-time constraints.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4592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4"/>
                </a:solidFill>
                <a:latin typeface="Calibri"/>
              </a:rPr>
              <a:t>MicroRTS · 16×16 · mid-play</a:t>
            </a:r>
          </a:p>
        </p:txBody>
      </p:sp>
      <p:pic>
        <p:nvPicPr>
          <p:cNvPr id="9" name="Picture 8" descr="16x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65960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617220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Blue = Player 0 · Pink = Player 1 · Orange circle = Light unit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6858000" cy="45720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06440"/>
            <a:ext cx="6675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13 teams  ·  15 binaries  ·  4 map sizes (8×8 → 64×64)  ·  6 anchors  ·  1 A+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Tournament Format &amp;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Single-elimination, multi-map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Map gauntlet (per agent)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36576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417320"/>
            <a:ext cx="16459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72184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472184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Cycle cap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01368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1801368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56232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  basesWorkers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856232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5416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2185416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 basesWorkers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24028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3,000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69464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2569464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24328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 basesWorkers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624328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2953512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008376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 GardenOfWar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008376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8,000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Anchor opponents (weight)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417320"/>
            <a:ext cx="27432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417320"/>
            <a:ext cx="155448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15600" y="1417320"/>
            <a:ext cx="11887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1472184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Opponent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1472184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1472184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801368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1801368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515600" y="1801368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856232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RandomBiasedAI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185623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easy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185623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185416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61120" y="2185416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15600" y="2185416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2240280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24028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2240280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569464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2569464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15600" y="2569464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262432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62432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2624328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2953512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61120" y="2953512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0" y="2953512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3008376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300837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medium-hard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3008376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61120" y="3337560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515600" y="3337560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3392424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3392424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0" y="3392424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721608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61120" y="3721608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515600" y="3721608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3776472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0" y="377647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377647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480560"/>
            <a:ext cx="1124712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Scoring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Weighted points per win (1.0) and draw (0.5), averaged across maps. A loss to an anchor stops that map (single-elimination) and the agent banks whatever it earned reaching that anchor.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Grades:  A+ ≥ 90    ·    A ≥ 80    ·    B ≥ 70    ·    C ≥ 60    ·    D ≥ 40    ·    F &lt; 40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Default server model: llama3.1:8b (Ollama). Teams could declare a preferred model.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MicroRTS — Four Map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Same engine, same rules, very different strategic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233172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71800" y="11430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8×8  basesWorkers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55448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1,500 cycles · WorkerRush mirror @ tick 180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00584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6x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233172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0" y="11430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16×16  basesWorkers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55448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3,000 cycles · LightRush mirror @ tick 600 (HP bars = engaged)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8620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32x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31920"/>
            <a:ext cx="2331720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71800" y="40233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32×32  basesWorkers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43484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5,000 cycles · LightRush vs HeavyRush @ tick 800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88620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64x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931920"/>
            <a:ext cx="2331720" cy="228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0" y="40233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64×64  GardenOfWar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43484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8,000 cycles · LightRush vs RangedRush @ tick 1500 — walls split the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Screenshots captured mid-play with scripted rush bots on the organizers' server.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Final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Best score per team across all tournament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06070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005840"/>
            <a:ext cx="21945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06070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005840"/>
            <a:ext cx="10058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106070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005840"/>
            <a:ext cx="73152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06070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005840"/>
            <a:ext cx="17373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106070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05840"/>
            <a:ext cx="53949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106070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5486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1371600"/>
            <a:ext cx="21945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0" y="1371600"/>
            <a:ext cx="10058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371600"/>
            <a:ext cx="73152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0" y="1371600"/>
            <a:ext cx="17373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1371600"/>
            <a:ext cx="53949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41732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D4A017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141732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100.5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14173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141732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qwen3:14b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141732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Hybrid + LLM advisor/search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1700784"/>
            <a:ext cx="5486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1700784"/>
            <a:ext cx="21945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1700784"/>
            <a:ext cx="10058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0" y="1700784"/>
            <a:ext cx="73152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46320" y="1700784"/>
            <a:ext cx="17373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0" y="1700784"/>
            <a:ext cx="53949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174650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9AA0A6"/>
                </a:solidFill>
                <a:latin typeface="Calibr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174650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174650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87.0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87952" y="174650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174650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174650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MayariBot + LLM consultation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029967"/>
            <a:ext cx="5486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" y="2029967"/>
            <a:ext cx="21945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8960" y="2029967"/>
            <a:ext cx="10058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14800" y="2029967"/>
            <a:ext cx="73152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46320" y="2029967"/>
            <a:ext cx="17373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0" y="2029967"/>
            <a:ext cx="53949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075687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B06A2C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" y="2075687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2112" y="2075687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79.0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7952" y="2075687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336FB8"/>
                </a:solidFill>
                <a:latin typeface="Calibri"/>
              </a:rPr>
              <a:t>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2075687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2075687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Ollama + MCTS + prediction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35915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235915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08960" y="235915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0" y="235915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35915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80" y="235915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240487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" y="240487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24048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7952" y="240487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19472" y="240487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56832" y="240487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Rush engine + advisor every ~500 ticks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2688336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2688336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08960" y="2688336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0" y="2688336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46320" y="2688336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583680" y="2688336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734056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552" y="273405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2112" y="2734056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87952" y="2734056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2734056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qwen3:8b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56832" y="2734056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Macro-LLM + hard-coded micro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017520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14400" y="3017520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08960" y="3017520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14800" y="3017520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46320" y="3017520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83680" y="3017520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306324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7552" y="306324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2112" y="30632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57.5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87952" y="3063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19472" y="306324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56832" y="30632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scripted opening + rush mirrors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346704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3346704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8960" y="3346704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14800" y="3346704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46320" y="3346704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83680" y="3346704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8912" y="339242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552" y="339242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PenguinBot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82112" y="339242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7952" y="339242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9472" y="339242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56832" y="339242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NaiveMCTS + LLM stance controller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3675887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4400" y="3675887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108960" y="3675887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114800" y="3675887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846320" y="3675887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83680" y="3675887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8912" y="3721607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7552" y="3721607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xiebot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82112" y="3721607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87952" y="3721607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721607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56832" y="3721607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selective tactical MCTS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4005072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4400" y="4005072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08960" y="4005072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14800" y="4005072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46320" y="4005072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83680" y="4005072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8912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7552" y="405079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8211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35.0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187952" y="405079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19472" y="405079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56832" y="405079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Symmetric self/opponent state eval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4334256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14400" y="4334256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108960" y="4334256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14800" y="4334256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846320" y="4334256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583680" y="4334256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8912" y="4379976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87552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182112" y="4379976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87952" y="4379976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19472" y="4379976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56832" y="4379976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picks rush every 100 ticks (counter-triangle)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663440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14400" y="4663440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108960" y="4663440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114800" y="4663440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46320" y="4663440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583680" y="4663440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38912" y="470916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87552" y="470916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Parker's Bot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82112" y="47091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87952" y="470916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19472" y="470916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56832" y="47091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LLM-guided adaptive rush + fallback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4992624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14400" y="4992624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8960" y="4992624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114800" y="4992624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846320" y="4992624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583680" y="4992624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38912" y="503834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7552" y="50383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jmurrllm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82112" y="503834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24.0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3834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919472" y="503834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56832" y="503834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Light-rush opener + LLM classifier + counter table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21808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14400" y="5321808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108960" y="5321808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14800" y="5321808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46320" y="5321808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6583680" y="5321808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38912" y="5367528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87552" y="536752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182112" y="5367528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187952" y="5367528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919472" y="5367528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56832" y="5367528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Structured prompt policy, role-based workers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65760" y="565099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914400" y="565099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108960" y="565099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565099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846320" y="565099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583680" y="565099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8912" y="569671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7552" y="56967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Adil Bot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56967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187952" y="569671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19472" y="569671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656832" y="569671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Rule-based: harvest/build/train + early rush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🏆 Champion: AlliBot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100.5 · Grade A+ · Model qwen3:14b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The only A+ submission, and the only agent to complete the full 4-map gauntlet.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303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Mayari-derived hybrid macro/micro execution layer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Rush-defense rule set: counter-build vs. visible enemy composition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Small-map (4×4 / 8×8) WorkerRush delegation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qwen3:14b advisor: high-level strategic guidance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Search component biased by LLM priors over actions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Deterministic fallback if LLM stalls (latency budget)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Per-map performance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92640" y="2240280"/>
            <a:ext cx="219456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35915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Eliminated by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274320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86207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9536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92640" y="324612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19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36499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374904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19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96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80" y="386791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98079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9536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92640" y="425196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19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37083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Headline: AlliBot is the only entry to beat CoacAI on any map (32×32, 2W–1L) and to score A+ on three of four maps.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Five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How teams composed LLMs with classical game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1.  MCTS + LLM 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7899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Search-led, LLM-advised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8988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PenguinBot · HOPE · xiebot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Tree search drives micro; LLM is consulted every few hundred ticks to bias exploration toward ATTACK/DEFEND or to set macro priors.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7627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2.  LLM strategy controller over scripted rushes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7627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Script-led, LLM-routed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48716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AI4PC · Parker's Bot · Chase · Fortress Bot · jmurrllm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43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tick is executed by a canonical rush bot (Worker/Light/Heavy/Ranged); LLM picks which rush — often with a counter-triangle fallback.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7355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3.  Hybrid macro/micro with LLM macro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7355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LLM-led, scripted micro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8444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AlliBot · Mayari-LLM · yebot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LLM proposes goals; deterministic code handles harvesting, building, and combat micro. Top performers cluster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7083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4.  Pure-prompt LLM policy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7083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68172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EAGLE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Every action generated from a structured prompt under rule constraints. Heavy latency cost — hard to clear even the weakest anchor.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6811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5.  Heuristic / no-LLM baselines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6811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No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790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jmurr · Adil Bot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Submitted to measure how much the LLM layer is actually worth.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Worked ·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Lessons from 15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577840" cy="512064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577840" cy="457200"/>
          </a:xfrm>
          <a:prstGeom prst="rect">
            <a:avLst/>
          </a:prstGeom>
          <a:solidFill>
            <a:srgbClr val="1E8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✓  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Hybrid architectures dominated.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9280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A/B-grade entry kept the LLM out of the per-tick loop and used it as a strategic advisor (100–500 ticks).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Stronger models translated to wins…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…when the rest of the stack was sound. AlliBot (qwen3:14b) is the only A+. yebot (qwen3:8b) edges out llama3.1:8b peers.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Counter-triangle reasoning recurs.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8736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 beats Ranged · Heavy beats Light · Ranged beats Heavy — appears in 5 entries, reliable at 8×8.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Deterministic fallback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8464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top-half entry has a heuristic plan B if the LLM stalls or returns invalid JSON.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005840"/>
            <a:ext cx="5577840" cy="5120640"/>
          </a:xfrm>
          <a:prstGeom prst="rect">
            <a:avLst/>
          </a:prstGeom>
          <a:solidFill>
            <a:srgbClr val="FA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005840"/>
            <a:ext cx="5577840" cy="457200"/>
          </a:xfrm>
          <a:prstGeom prst="rect">
            <a:avLst/>
          </a:prstGeom>
          <a:solidFill>
            <a:srgbClr val="8E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097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✗  What didn't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60020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Per-tick LLM prompting.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9280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 (pure-prompt policy) struggled with action validity and latency — could not reliably beat RandomBiasedAI.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Small-map tuning rarely transferred.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9008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Mayari-LLM scored A+ on 16×16 but D on 8×8. Map-specific heuristics broke under different cycle budgets.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7947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Stickiness without re-evaluation.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8736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Per-100-tick strategy pickers (AI4PC) lost on larger maps where the opponent's composition shifted faster than polling.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8920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Tiamat was the bottleneck.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8464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 eliminated 3 top-half entries. Only AlliBot beat it on any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Per-Map Performance — Top Finishers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per map · grade · anchor that eliminated the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37744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8×8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16×16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32×32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64×64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19072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773936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9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117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96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40864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395728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54 D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79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62656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017520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52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79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39312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79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0664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76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206240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261104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1752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76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120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4828032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4882896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01752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79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36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0664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0976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0120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5449824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5504688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2608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1752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2064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12079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1520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50976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0120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Only AlliBot completed all four maps; only AlliBot beat CoacAI on any map.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39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087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teams submitted via GitHub PR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39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5087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binaries evaluated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A+ submission (AlliBot, 100.5)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92608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of teams scored C or higher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different LLMs used: llama3.1:8b · qwen3:14b · qwen3:8b · gpt-5 (dev)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06908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3434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no-LLM/heuristic baselines (control group)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34924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76072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beat CoacAI on a map (AlliBot, 32×32)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Future Work &amp; Acknowledgments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Toward the 2027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Multiple games per matchup (variance reduction) and per-anchor seeds.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Standardize LLM latency budget reporting to compare hybrid designs fairly.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Allow team-selected model on the server, paired with a fixed compute cap.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Add stronger anchors (POLightRush, NaiveMCTS+) to better separate A+/A entries.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Per-game replay viewer hosted on the leaderboard site for transparency.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Acknowledgments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All 13 teams for their submissions and reproducible code.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Santi Ontañón, Levi Lelis, and Rubens O. Moraes for the open MicroRTS engine.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IEEE WCCI 2026 competition committee for hosting the track.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Submissions, logs, and per-game results: github.com/drchangliu/MicroRTS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FD8E3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E36B18"/>
                </a:solidFill>
                <a:latin typeface="Calibri"/>
              </a:rPr>
              <a:t>drchangliu.github.io/MicroRTS  ·  github.com/drchangliu/MicroRTS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Submissions remain open — try the 2027 leaderboard at the same address.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